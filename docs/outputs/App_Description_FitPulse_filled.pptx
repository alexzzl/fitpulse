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  <p:sldMasterId id="2147483661" r:id="rId6"/>
  </p:sldMasterIdLst>
  <p:notesMasterIdLst>
    <p:notesMasterId r:id="rId7"/>
  </p:notesMasterIdLst>
  <p:sldIdLst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y="6858000" cx="9144000"/>
  <p:notesSz cx="6858000" cy="9144000"/>
  <p:embeddedFontLst>
    <p:embeddedFont>
      <p:font typeface="Constantia"/>
      <p:regular r:id="rId20"/>
      <p:bold r:id="rId21"/>
      <p:italic r:id="rId22"/>
      <p:boldItalic r:id="rId23"/>
    </p:embeddedFont>
    <p:embeddedFont>
      <p:font typeface="Century Gothic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5375610-7600-4973-BF82-191DA6F836F1}">
  <a:tblStyle styleId="{25375610-7600-4973-BF82-191DA6F836F1}" styleName="Table_0">
    <a:wholeTbl>
      <a:tcTxStyle b="off" i="off">
        <a:font>
          <a:latin typeface="Constantia"/>
          <a:ea typeface="Constantia"/>
          <a:cs typeface="Constantia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5"/>
          </a:solidFill>
        </a:fill>
      </a:tcStyle>
    </a:wholeTbl>
    <a:band1H>
      <a:tcTxStyle/>
      <a:tcStyle>
        <a:fill>
          <a:solidFill>
            <a:srgbClr val="CAD4EA"/>
          </a:solidFill>
        </a:fill>
      </a:tcStyle>
    </a:band1H>
    <a:band2H>
      <a:tcTxStyle/>
    </a:band2H>
    <a:band1V>
      <a:tcTxStyle/>
      <a:tcStyle>
        <a:fill>
          <a:solidFill>
            <a:srgbClr val="CAD4EA"/>
          </a:solidFill>
        </a:fill>
      </a:tcStyle>
    </a:band1V>
    <a:band2V>
      <a:tcTxStyle/>
    </a:band2V>
    <a:lastCol>
      <a:tcTxStyle b="on" i="off">
        <a:font>
          <a:latin typeface="Constantia"/>
          <a:ea typeface="Constantia"/>
          <a:cs typeface="Constantia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onstantia"/>
          <a:ea typeface="Constantia"/>
          <a:cs typeface="Constantia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onstantia"/>
          <a:ea typeface="Constantia"/>
          <a:cs typeface="Constantia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onstantia"/>
          <a:ea typeface="Constantia"/>
          <a:cs typeface="Constantia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F0D7D541-CF8F-4543-9F64-9DD65BD08CB1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font" Target="fonts/Constantia-regular.fntdata"/><Relationship Id="rId21" Type="http://schemas.openxmlformats.org/officeDocument/2006/relationships/font" Target="fonts/Constantia-bold.fntdata"/><Relationship Id="rId22" Type="http://schemas.openxmlformats.org/officeDocument/2006/relationships/font" Target="fonts/Constantia-italic.fntdata"/><Relationship Id="rId23" Type="http://schemas.openxmlformats.org/officeDocument/2006/relationships/font" Target="fonts/Constantia-boldItalic.fntdata"/><Relationship Id="rId24" Type="http://schemas.openxmlformats.org/officeDocument/2006/relationships/font" Target="fonts/CenturyGothic-regular.fntdata"/><Relationship Id="rId25" Type="http://schemas.openxmlformats.org/officeDocument/2006/relationships/font" Target="fonts/CenturyGothic-bold.fntdata"/><Relationship Id="rId26" Type="http://schemas.openxmlformats.org/officeDocument/2006/relationships/font" Target="fonts/CenturyGothic-italic.fntdata"/><Relationship Id="rId27" Type="http://schemas.openxmlformats.org/officeDocument/2006/relationships/font" Target="fonts/CenturyGothic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body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7185" lvl="0" marL="457200" algn="l">
              <a:spcBef>
                <a:spcPts val="360"/>
              </a:spcBef>
              <a:spcAft>
                <a:spcPts val="0"/>
              </a:spcAft>
              <a:buSzPts val="1710"/>
              <a:buChar char="⚫"/>
              <a:defRPr/>
            </a:lvl1pPr>
            <a:lvl2pPr indent="-325755" lvl="1" marL="914400" algn="l">
              <a:spcBef>
                <a:spcPts val="360"/>
              </a:spcBef>
              <a:spcAft>
                <a:spcPts val="0"/>
              </a:spcAft>
              <a:buSzPts val="1530"/>
              <a:buChar char="⚫"/>
              <a:defRPr/>
            </a:lvl2pPr>
            <a:lvl3pPr indent="-308610" lvl="2" marL="137160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/>
            </a:lvl3pPr>
            <a:lvl4pPr indent="-302894" lvl="3" marL="1828800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4pPr>
            <a:lvl5pPr indent="-302895" lvl="4" marL="2286000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bg>
      <p:bgPr>
        <a:gradFill>
          <a:gsLst>
            <a:gs pos="0">
              <a:srgbClr val="439FD7"/>
            </a:gs>
            <a:gs pos="25000">
              <a:srgbClr val="4397CA"/>
            </a:gs>
            <a:gs pos="100000">
              <a:srgbClr val="00466A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/>
          <p:nvPr>
            <p:ph type="ctrTitle"/>
          </p:nvPr>
        </p:nvSpPr>
        <p:spPr>
          <a:xfrm>
            <a:off x="533400" y="1371600"/>
            <a:ext cx="7851648" cy="182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18275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4CE0EA"/>
              </a:buClr>
              <a:buSzPts val="5600"/>
              <a:buFont typeface="Calibri"/>
              <a:buNone/>
              <a:defRPr b="1" sz="5600">
                <a:solidFill>
                  <a:srgbClr val="4CE0EA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" type="subTitle"/>
          </p:nvPr>
        </p:nvSpPr>
        <p:spPr>
          <a:xfrm>
            <a:off x="533400" y="3228536"/>
            <a:ext cx="7854696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18275" wrap="square" tIns="45700">
            <a:normAutofit/>
          </a:bodyPr>
          <a:lstStyle>
            <a:lvl1pPr lvl="0" marR="45720" algn="r">
              <a:spcBef>
                <a:spcPts val="520"/>
              </a:spcBef>
              <a:spcAft>
                <a:spcPts val="0"/>
              </a:spcAft>
              <a:buSzPts val="247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360"/>
              </a:spcBef>
              <a:spcAft>
                <a:spcPts val="0"/>
              </a:spcAft>
              <a:buSzPts val="1530"/>
              <a:buNone/>
              <a:defRPr/>
            </a:lvl2pPr>
            <a:lvl3pPr lvl="2" algn="ctr">
              <a:spcBef>
                <a:spcPts val="360"/>
              </a:spcBef>
              <a:spcAft>
                <a:spcPts val="0"/>
              </a:spcAft>
              <a:buSzPts val="1260"/>
              <a:buNone/>
              <a:defRPr/>
            </a:lvl3pPr>
            <a:lvl4pPr lvl="3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4pPr>
            <a:lvl5pPr lvl="4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5pPr>
            <a:lvl6pPr lvl="5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6pPr>
            <a:lvl7pPr lvl="6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7pPr>
            <a:lvl8pPr lvl="7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bg>
      <p:bgPr>
        <a:gradFill>
          <a:gsLst>
            <a:gs pos="0">
              <a:srgbClr val="439FD7"/>
            </a:gs>
            <a:gs pos="25000">
              <a:srgbClr val="4397CA"/>
            </a:gs>
            <a:gs pos="100000">
              <a:srgbClr val="00466A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/>
          <p:nvPr>
            <p:ph type="title"/>
          </p:nvPr>
        </p:nvSpPr>
        <p:spPr>
          <a:xfrm>
            <a:off x="530352" y="1316736"/>
            <a:ext cx="7772400" cy="136245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4AE3AC"/>
              </a:buClr>
              <a:buSzPts val="5600"/>
              <a:buFont typeface="Calibri"/>
              <a:buNone/>
              <a:defRPr b="1" sz="5600" cap="none">
                <a:solidFill>
                  <a:srgbClr val="4AE3A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" type="body"/>
          </p:nvPr>
        </p:nvSpPr>
        <p:spPr>
          <a:xfrm>
            <a:off x="530352" y="2704664"/>
            <a:ext cx="7772400" cy="15097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228600" lvl="0" marL="457200" algn="l">
              <a:spcBef>
                <a:spcPts val="440"/>
              </a:spcBef>
              <a:spcAft>
                <a:spcPts val="0"/>
              </a:spcAft>
              <a:buSzPts val="2090"/>
              <a:buNone/>
              <a:defRPr sz="22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SzPts val="153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SzPts val="112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SzPts val="91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SzPts val="910"/>
              <a:buNone/>
              <a:defRPr sz="1400">
                <a:solidFill>
                  <a:schemeClr val="lt1"/>
                </a:solidFill>
              </a:defRPr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457200" y="1920085"/>
            <a:ext cx="4038600" cy="4434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5445" lvl="0" marL="457200" algn="l">
              <a:spcBef>
                <a:spcPts val="520"/>
              </a:spcBef>
              <a:spcAft>
                <a:spcPts val="0"/>
              </a:spcAft>
              <a:buSzPts val="2470"/>
              <a:buChar char="⚫"/>
              <a:defRPr sz="2600"/>
            </a:lvl1pPr>
            <a:lvl2pPr indent="-358140" lvl="1" marL="914400" algn="l">
              <a:spcBef>
                <a:spcPts val="480"/>
              </a:spcBef>
              <a:spcAft>
                <a:spcPts val="0"/>
              </a:spcAft>
              <a:buSzPts val="2040"/>
              <a:buChar char="⚫"/>
              <a:defRPr sz="2400"/>
            </a:lvl2pPr>
            <a:lvl3pPr indent="-317500" lvl="2" marL="1371600" algn="l">
              <a:spcBef>
                <a:spcPts val="400"/>
              </a:spcBef>
              <a:spcAft>
                <a:spcPts val="0"/>
              </a:spcAft>
              <a:buSzPts val="1400"/>
              <a:buChar char="⚫"/>
              <a:defRPr sz="2000"/>
            </a:lvl3pPr>
            <a:lvl4pPr indent="-302894" lvl="3" marL="1828800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 sz="1800"/>
            </a:lvl4pPr>
            <a:lvl5pPr indent="-294639" lvl="4" marL="2286000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4648200" y="1920085"/>
            <a:ext cx="4038600" cy="4434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5445" lvl="0" marL="457200" algn="l">
              <a:spcBef>
                <a:spcPts val="520"/>
              </a:spcBef>
              <a:spcAft>
                <a:spcPts val="0"/>
              </a:spcAft>
              <a:buSzPts val="2470"/>
              <a:buChar char="⚫"/>
              <a:defRPr sz="2600"/>
            </a:lvl1pPr>
            <a:lvl2pPr indent="-358140" lvl="1" marL="914400" algn="l">
              <a:spcBef>
                <a:spcPts val="480"/>
              </a:spcBef>
              <a:spcAft>
                <a:spcPts val="0"/>
              </a:spcAft>
              <a:buSzPts val="2040"/>
              <a:buChar char="⚫"/>
              <a:defRPr sz="2400"/>
            </a:lvl2pPr>
            <a:lvl3pPr indent="-317500" lvl="2" marL="1371600" algn="l">
              <a:spcBef>
                <a:spcPts val="400"/>
              </a:spcBef>
              <a:spcAft>
                <a:spcPts val="0"/>
              </a:spcAft>
              <a:buSzPts val="1400"/>
              <a:buChar char="⚫"/>
              <a:defRPr sz="2000"/>
            </a:lvl3pPr>
            <a:lvl4pPr indent="-302894" lvl="3" marL="1828800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 sz="1800"/>
            </a:lvl4pPr>
            <a:lvl5pPr indent="-294639" lvl="4" marL="2286000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" type="body"/>
          </p:nvPr>
        </p:nvSpPr>
        <p:spPr>
          <a:xfrm>
            <a:off x="457200" y="1855248"/>
            <a:ext cx="4040188" cy="659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45700" spcFirstLastPara="1" rIns="45700" wrap="square" tIns="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SzPts val="2280"/>
              <a:buNone/>
              <a:defRPr b="1" sz="2400" cap="none">
                <a:solidFill>
                  <a:schemeClr val="dk2"/>
                </a:solidFill>
              </a:defRPr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SzPts val="17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SzPts val="126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SzPts val="104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SzPts val="1040"/>
              <a:buNone/>
              <a:defRPr b="1" sz="1600"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2" type="body"/>
          </p:nvPr>
        </p:nvSpPr>
        <p:spPr>
          <a:xfrm>
            <a:off x="4645025" y="1859757"/>
            <a:ext cx="4041775" cy="65484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45700" spcFirstLastPara="1" rIns="45700" wrap="square" tIns="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SzPts val="2280"/>
              <a:buNone/>
              <a:defRPr b="1" sz="2400" cap="none">
                <a:solidFill>
                  <a:schemeClr val="dk2"/>
                </a:solidFill>
              </a:defRPr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SzPts val="17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SzPts val="126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SzPts val="104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SzPts val="1040"/>
              <a:buNone/>
              <a:defRPr b="1" sz="1600"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3" type="body"/>
          </p:nvPr>
        </p:nvSpPr>
        <p:spPr>
          <a:xfrm>
            <a:off x="457200" y="2514600"/>
            <a:ext cx="4040188" cy="3845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normAutofit/>
          </a:bodyPr>
          <a:lstStyle>
            <a:lvl1pPr indent="-361315" lvl="0" marL="457200" algn="l">
              <a:spcBef>
                <a:spcPts val="440"/>
              </a:spcBef>
              <a:spcAft>
                <a:spcPts val="0"/>
              </a:spcAft>
              <a:buSzPts val="2090"/>
              <a:buChar char="⚫"/>
              <a:defRPr sz="2200"/>
            </a:lvl1pPr>
            <a:lvl2pPr indent="-336550" lvl="1" marL="914400" algn="l">
              <a:spcBef>
                <a:spcPts val="400"/>
              </a:spcBef>
              <a:spcAft>
                <a:spcPts val="0"/>
              </a:spcAft>
              <a:buSzPts val="1700"/>
              <a:buChar char="⚫"/>
              <a:defRPr sz="2000"/>
            </a:lvl2pPr>
            <a:lvl3pPr indent="-308610" lvl="2" marL="137160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 sz="1800"/>
            </a:lvl3pPr>
            <a:lvl4pPr indent="-294639" lvl="3" marL="1828800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4pPr>
            <a:lvl5pPr indent="-294639" lvl="4" marL="2286000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4" type="body"/>
          </p:nvPr>
        </p:nvSpPr>
        <p:spPr>
          <a:xfrm>
            <a:off x="4645025" y="2514600"/>
            <a:ext cx="4041775" cy="3845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normAutofit/>
          </a:bodyPr>
          <a:lstStyle>
            <a:lvl1pPr indent="-361315" lvl="0" marL="457200" algn="l">
              <a:spcBef>
                <a:spcPts val="440"/>
              </a:spcBef>
              <a:spcAft>
                <a:spcPts val="0"/>
              </a:spcAft>
              <a:buSzPts val="2090"/>
              <a:buChar char="⚫"/>
              <a:defRPr sz="2200"/>
            </a:lvl1pPr>
            <a:lvl2pPr indent="-336550" lvl="1" marL="914400" algn="l">
              <a:spcBef>
                <a:spcPts val="400"/>
              </a:spcBef>
              <a:spcAft>
                <a:spcPts val="0"/>
              </a:spcAft>
              <a:buSzPts val="1700"/>
              <a:buChar char="⚫"/>
              <a:defRPr sz="2000"/>
            </a:lvl2pPr>
            <a:lvl3pPr indent="-308610" lvl="2" marL="137160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 sz="1800"/>
            </a:lvl3pPr>
            <a:lvl4pPr indent="-294639" lvl="3" marL="1828800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4pPr>
            <a:lvl5pPr indent="-294639" lvl="4" marL="2286000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704088"/>
            <a:ext cx="8305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000"/>
              <a:buFont typeface="Calibri"/>
              <a:buNone/>
              <a:defRPr b="0" sz="50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 txBox="1"/>
          <p:nvPr>
            <p:ph type="title"/>
          </p:nvPr>
        </p:nvSpPr>
        <p:spPr>
          <a:xfrm>
            <a:off x="685800" y="514352"/>
            <a:ext cx="2743200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Calibri"/>
              <a:buNone/>
              <a:defRPr b="0" sz="26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9"/>
          <p:cNvSpPr txBox="1"/>
          <p:nvPr>
            <p:ph idx="1" type="body"/>
          </p:nvPr>
        </p:nvSpPr>
        <p:spPr>
          <a:xfrm>
            <a:off x="685800" y="1676400"/>
            <a:ext cx="274320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18275" spcFirstLastPara="1" rIns="1827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SzPts val="133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SzPts val="102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SzPts val="7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SzPts val="585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SzPts val="585"/>
              <a:buNone/>
              <a:defRPr sz="900"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2" name="Google Shape;62;p9"/>
          <p:cNvSpPr txBox="1"/>
          <p:nvPr>
            <p:ph idx="2" type="body"/>
          </p:nvPr>
        </p:nvSpPr>
        <p:spPr>
          <a:xfrm>
            <a:off x="3575050" y="1676400"/>
            <a:ext cx="511175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normAutofit/>
          </a:bodyPr>
          <a:lstStyle>
            <a:lvl1pPr indent="-397510" lvl="0" marL="457200" algn="l">
              <a:spcBef>
                <a:spcPts val="560"/>
              </a:spcBef>
              <a:spcAft>
                <a:spcPts val="0"/>
              </a:spcAft>
              <a:buSzPts val="2660"/>
              <a:buChar char="⚫"/>
              <a:defRPr sz="2800"/>
            </a:lvl1pPr>
            <a:lvl2pPr indent="-368935" lvl="1" marL="914400" algn="l">
              <a:spcBef>
                <a:spcPts val="520"/>
              </a:spcBef>
              <a:spcAft>
                <a:spcPts val="0"/>
              </a:spcAft>
              <a:buSzPts val="2210"/>
              <a:buChar char="⚫"/>
              <a:defRPr sz="2600"/>
            </a:lvl2pPr>
            <a:lvl3pPr indent="-335280" lvl="2" marL="1371600" algn="l">
              <a:spcBef>
                <a:spcPts val="480"/>
              </a:spcBef>
              <a:spcAft>
                <a:spcPts val="0"/>
              </a:spcAft>
              <a:buSzPts val="1680"/>
              <a:buChar char="⚫"/>
              <a:defRPr sz="2400"/>
            </a:lvl3pPr>
            <a:lvl4pPr indent="-311150" lvl="3" marL="1828800" algn="l">
              <a:spcBef>
                <a:spcPts val="400"/>
              </a:spcBef>
              <a:spcAft>
                <a:spcPts val="0"/>
              </a:spcAft>
              <a:buSzPts val="1300"/>
              <a:buChar char="⚫"/>
              <a:defRPr sz="2000"/>
            </a:lvl4pPr>
            <a:lvl5pPr indent="-302895" lvl="4" marL="2286000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 sz="1800"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showMasterSp="0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/>
          <p:nvPr/>
        </p:nvSpPr>
        <p:spPr>
          <a:xfrm flipH="1" rot="-10380000">
            <a:off x="3165753" y="1108077"/>
            <a:ext cx="5257800" cy="4114800"/>
          </a:xfrm>
          <a:prstGeom prst="snipRoundRect">
            <a:avLst>
              <a:gd fmla="val 0" name="adj1"/>
              <a:gd fmla="val 3646" name="adj2"/>
            </a:avLst>
          </a:prstGeom>
          <a:solidFill>
            <a:srgbClr val="FFFFFF"/>
          </a:solidFill>
          <a:ln cap="rnd" cmpd="sng" w="9525">
            <a:solidFill>
              <a:srgbClr val="C0C0C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98500" kx="100000" rotWithShape="0" algn="tl" dir="7500000" dist="38500" sy="100080">
              <a:srgbClr val="000000">
                <a:alpha val="24705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68" name="Google Shape;68;p10"/>
          <p:cNvSpPr/>
          <p:nvPr/>
        </p:nvSpPr>
        <p:spPr>
          <a:xfrm flipH="1" rot="-10380000">
            <a:off x="8004134" y="5359769"/>
            <a:ext cx="155448" cy="155448"/>
          </a:xfrm>
          <a:prstGeom prst="rtTriangle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bevel/>
            <a:headEnd len="sm" w="sm" type="none"/>
            <a:tailEnd len="sm" w="sm" type="none"/>
          </a:ln>
          <a:effectLst>
            <a:outerShdw blurRad="19685" rotWithShape="0" algn="tl" dir="12900000" dist="6350">
              <a:srgbClr val="000000">
                <a:alpha val="4666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69" name="Google Shape;69;p10"/>
          <p:cNvSpPr txBox="1"/>
          <p:nvPr>
            <p:ph type="title"/>
          </p:nvPr>
        </p:nvSpPr>
        <p:spPr>
          <a:xfrm>
            <a:off x="609600" y="1176996"/>
            <a:ext cx="2212848" cy="158262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  <a:defRPr b="1" sz="2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" type="body"/>
          </p:nvPr>
        </p:nvSpPr>
        <p:spPr>
          <a:xfrm>
            <a:off x="609600" y="2828785"/>
            <a:ext cx="2209800" cy="2179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64000" spcFirstLastPara="1" rIns="45700" wrap="square" tIns="45700">
            <a:normAutofit/>
          </a:bodyPr>
          <a:lstStyle>
            <a:lvl1pPr indent="-228600" lvl="0" marL="457200" algn="l">
              <a:spcBef>
                <a:spcPts val="250"/>
              </a:spcBef>
              <a:spcAft>
                <a:spcPts val="0"/>
              </a:spcAft>
              <a:buSzPts val="1235"/>
              <a:buFont typeface="Constantia"/>
              <a:buNone/>
              <a:defRPr sz="1300"/>
            </a:lvl1pPr>
            <a:lvl2pPr indent="-293369" lvl="1" marL="914400" algn="l">
              <a:spcBef>
                <a:spcPts val="240"/>
              </a:spcBef>
              <a:spcAft>
                <a:spcPts val="0"/>
              </a:spcAft>
              <a:buSzPts val="1020"/>
              <a:buChar char="⚫"/>
              <a:defRPr sz="1200"/>
            </a:lvl2pPr>
            <a:lvl3pPr indent="-273050" lvl="2" marL="1371600" algn="l">
              <a:spcBef>
                <a:spcPts val="200"/>
              </a:spcBef>
              <a:spcAft>
                <a:spcPts val="0"/>
              </a:spcAft>
              <a:buSzPts val="700"/>
              <a:buChar char="⚫"/>
              <a:defRPr sz="1000"/>
            </a:lvl3pPr>
            <a:lvl4pPr indent="-265747" lvl="3" marL="1828800" algn="l">
              <a:spcBef>
                <a:spcPts val="180"/>
              </a:spcBef>
              <a:spcAft>
                <a:spcPts val="0"/>
              </a:spcAft>
              <a:buSzPts val="585"/>
              <a:buChar char="⚫"/>
              <a:defRPr sz="900"/>
            </a:lvl4pPr>
            <a:lvl5pPr indent="-265747" lvl="4" marL="2286000" algn="l">
              <a:spcBef>
                <a:spcPts val="180"/>
              </a:spcBef>
              <a:spcAft>
                <a:spcPts val="0"/>
              </a:spcAft>
              <a:buSzPts val="585"/>
              <a:buChar char="⚫"/>
              <a:defRPr sz="900"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0"/>
          <p:cNvSpPr txBox="1"/>
          <p:nvPr>
            <p:ph idx="12" type="sldNum"/>
          </p:nvPr>
        </p:nvSpPr>
        <p:spPr>
          <a:xfrm>
            <a:off x="8077200" y="6356350"/>
            <a:ext cx="609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10"/>
          <p:cNvSpPr/>
          <p:nvPr>
            <p:ph idx="2" type="pic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lt2"/>
          </a:solidFill>
          <a:ln cap="rnd" cmpd="sng" w="9525">
            <a:solidFill>
              <a:srgbClr val="C0C0C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" name="Google Shape;75;p10"/>
          <p:cNvSpPr/>
          <p:nvPr/>
        </p:nvSpPr>
        <p:spPr>
          <a:xfrm flipH="1" rot="10800000">
            <a:off x="-9525" y="5816600"/>
            <a:ext cx="9163050" cy="1041400"/>
          </a:xfrm>
          <a:custGeom>
            <a:rect b="b" l="l" r="r" t="t"/>
            <a:pathLst>
              <a:path extrusionOk="0" h="656" w="5772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rgbClr val="0079AD">
                  <a:alpha val="44705"/>
                </a:srgbClr>
              </a:gs>
              <a:gs pos="100000">
                <a:srgbClr val="00E9F7">
                  <a:alpha val="54901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76" name="Google Shape;76;p10"/>
          <p:cNvSpPr/>
          <p:nvPr/>
        </p:nvSpPr>
        <p:spPr>
          <a:xfrm flipH="1" rot="10800000">
            <a:off x="4381500" y="6219825"/>
            <a:ext cx="4762500" cy="638175"/>
          </a:xfrm>
          <a:custGeom>
            <a:rect b="b" l="l" r="r" t="t"/>
            <a:pathLst>
              <a:path extrusionOk="0" h="595" w="3000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ABB4">
                  <a:alpha val="29803"/>
                </a:srgbClr>
              </a:gs>
              <a:gs pos="80000">
                <a:srgbClr val="0099E4">
                  <a:alpha val="44705"/>
                </a:srgbClr>
              </a:gs>
              <a:gs pos="100000">
                <a:srgbClr val="0099E4">
                  <a:alpha val="44705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 txBox="1"/>
          <p:nvPr>
            <p:ph idx="1" type="body"/>
          </p:nvPr>
        </p:nvSpPr>
        <p:spPr>
          <a:xfrm rot="5400000">
            <a:off x="2377440" y="15240"/>
            <a:ext cx="438912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7185" lvl="0" marL="457200" algn="l">
              <a:spcBef>
                <a:spcPts val="360"/>
              </a:spcBef>
              <a:spcAft>
                <a:spcPts val="0"/>
              </a:spcAft>
              <a:buSzPts val="1710"/>
              <a:buChar char="⚫"/>
              <a:defRPr/>
            </a:lvl1pPr>
            <a:lvl2pPr indent="-325755" lvl="1" marL="914400" algn="l">
              <a:spcBef>
                <a:spcPts val="360"/>
              </a:spcBef>
              <a:spcAft>
                <a:spcPts val="0"/>
              </a:spcAft>
              <a:buSzPts val="1530"/>
              <a:buChar char="⚫"/>
              <a:defRPr/>
            </a:lvl2pPr>
            <a:lvl3pPr indent="-308610" lvl="2" marL="137160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/>
            </a:lvl3pPr>
            <a:lvl4pPr indent="-302894" lvl="3" marL="1828800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4pPr>
            <a:lvl5pPr indent="-302895" lvl="4" marL="2286000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2"/>
          <p:cNvSpPr txBox="1"/>
          <p:nvPr>
            <p:ph type="title"/>
          </p:nvPr>
        </p:nvSpPr>
        <p:spPr>
          <a:xfrm rot="5400000">
            <a:off x="5052219" y="2491582"/>
            <a:ext cx="5211763" cy="20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2"/>
          <p:cNvSpPr txBox="1"/>
          <p:nvPr>
            <p:ph idx="1" type="body"/>
          </p:nvPr>
        </p:nvSpPr>
        <p:spPr>
          <a:xfrm rot="5400000">
            <a:off x="861219" y="510382"/>
            <a:ext cx="5211763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7185" lvl="0" marL="457200" algn="l">
              <a:spcBef>
                <a:spcPts val="360"/>
              </a:spcBef>
              <a:spcAft>
                <a:spcPts val="0"/>
              </a:spcAft>
              <a:buSzPts val="1710"/>
              <a:buChar char="⚫"/>
              <a:defRPr/>
            </a:lvl1pPr>
            <a:lvl2pPr indent="-325755" lvl="1" marL="914400" algn="l">
              <a:spcBef>
                <a:spcPts val="360"/>
              </a:spcBef>
              <a:spcAft>
                <a:spcPts val="0"/>
              </a:spcAft>
              <a:buSzPts val="1530"/>
              <a:buChar char="⚫"/>
              <a:defRPr/>
            </a:lvl2pPr>
            <a:lvl3pPr indent="-308610" lvl="2" marL="137160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/>
            </a:lvl3pPr>
            <a:lvl4pPr indent="-302894" lvl="3" marL="1828800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4pPr>
            <a:lvl5pPr indent="-302895" lvl="4" marL="2286000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5pPr>
            <a:lvl6pPr indent="-320039" lvl="5" marL="27432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indent="-320039" lvl="6" marL="320040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bg>
      <p:bgPr>
        <a:gradFill>
          <a:gsLst>
            <a:gs pos="0">
              <a:srgbClr val="439FD7"/>
            </a:gs>
            <a:gs pos="25000">
              <a:srgbClr val="4397CA"/>
            </a:gs>
            <a:gs pos="100000">
              <a:srgbClr val="00466A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ctrTitle"/>
          </p:nvPr>
        </p:nvSpPr>
        <p:spPr>
          <a:xfrm>
            <a:off x="533400" y="1371600"/>
            <a:ext cx="7851648" cy="182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18275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4CE0EA"/>
              </a:buClr>
              <a:buSzPts val="5600"/>
              <a:buFont typeface="Calibri"/>
              <a:buNone/>
              <a:defRPr b="1" sz="5600">
                <a:solidFill>
                  <a:srgbClr val="4CE0EA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14"/>
          <p:cNvSpPr txBox="1"/>
          <p:nvPr>
            <p:ph idx="1" type="subTitle"/>
          </p:nvPr>
        </p:nvSpPr>
        <p:spPr>
          <a:xfrm>
            <a:off x="533400" y="3228536"/>
            <a:ext cx="7854696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18275" wrap="square" tIns="45700">
            <a:normAutofit/>
          </a:bodyPr>
          <a:lstStyle>
            <a:lvl1pPr lvl="0" marR="45720" algn="r">
              <a:spcBef>
                <a:spcPts val="520"/>
              </a:spcBef>
              <a:spcAft>
                <a:spcPts val="0"/>
              </a:spcAft>
              <a:buSzPts val="247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360"/>
              </a:spcBef>
              <a:spcAft>
                <a:spcPts val="0"/>
              </a:spcAft>
              <a:buSzPts val="1530"/>
              <a:buNone/>
              <a:defRPr/>
            </a:lvl2pPr>
            <a:lvl3pPr lvl="2" algn="ctr">
              <a:spcBef>
                <a:spcPts val="360"/>
              </a:spcBef>
              <a:spcAft>
                <a:spcPts val="0"/>
              </a:spcAft>
              <a:buSzPts val="1260"/>
              <a:buNone/>
              <a:defRPr/>
            </a:lvl3pPr>
            <a:lvl4pPr lvl="3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4pPr>
            <a:lvl5pPr lvl="4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5pPr>
            <a:lvl6pPr lvl="5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6pPr>
            <a:lvl7pPr lvl="6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7pPr>
            <a:lvl8pPr lvl="7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03" name="Google Shape;103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14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4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 rotWithShape="1">
          <a:blip r:embed="rId1">
            <a:alphaModFix/>
          </a:blip>
          <a:tile algn="tl" flip="none" tx="0" sx="65000" ty="0" sy="65000"/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-9525" y="-7144"/>
            <a:ext cx="9163050" cy="1041400"/>
          </a:xfrm>
          <a:custGeom>
            <a:rect b="b" l="l" r="r" t="t"/>
            <a:pathLst>
              <a:path extrusionOk="0" h="656" w="5772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rgbClr val="0079AD">
                  <a:alpha val="44705"/>
                </a:srgbClr>
              </a:gs>
              <a:gs pos="100000">
                <a:srgbClr val="00E9F7">
                  <a:alpha val="54901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7" name="Google Shape;7;p1"/>
          <p:cNvSpPr/>
          <p:nvPr/>
        </p:nvSpPr>
        <p:spPr>
          <a:xfrm>
            <a:off x="4381500" y="-7144"/>
            <a:ext cx="4762500" cy="638175"/>
          </a:xfrm>
          <a:custGeom>
            <a:rect b="b" l="l" r="r" t="t"/>
            <a:pathLst>
              <a:path extrusionOk="0" h="595" w="3000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ABB4">
                  <a:alpha val="29803"/>
                </a:srgbClr>
              </a:gs>
              <a:gs pos="80000">
                <a:srgbClr val="0099E4">
                  <a:alpha val="44705"/>
                </a:srgbClr>
              </a:gs>
              <a:gs pos="100000">
                <a:srgbClr val="0099E4">
                  <a:alpha val="44705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8" name="Google Shape;8;p1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Calibri"/>
              <a:buNone/>
              <a:defRPr b="0" i="0" sz="4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9" name="Google Shape;9;p1"/>
          <p:cNvSpPr txBox="1"/>
          <p:nvPr>
            <p:ph idx="1" type="body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5445" lvl="0" marL="457200" marR="0" rtl="0" algn="l">
              <a:spcBef>
                <a:spcPts val="520"/>
              </a:spcBef>
              <a:spcAft>
                <a:spcPts val="0"/>
              </a:spcAft>
              <a:buClr>
                <a:schemeClr val="accent3"/>
              </a:buClr>
              <a:buSzPts val="2470"/>
              <a:buFont typeface="Noto Sans Symbols"/>
              <a:buChar char="⚫"/>
              <a:defRPr b="0" i="0" sz="26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indent="-358140" lvl="1" marL="914400" marR="0" rtl="0" algn="l">
              <a:spcBef>
                <a:spcPts val="480"/>
              </a:spcBef>
              <a:spcAft>
                <a:spcPts val="0"/>
              </a:spcAft>
              <a:buClr>
                <a:schemeClr val="accent1"/>
              </a:buClr>
              <a:buSzPts val="2040"/>
              <a:buFont typeface="Noto Sans Symbols"/>
              <a:buChar char="⚫"/>
              <a:defRPr b="0" i="0" sz="24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indent="-321944" lvl="2" marL="1371600" marR="0" rtl="0" algn="l">
              <a:spcBef>
                <a:spcPts val="420"/>
              </a:spcBef>
              <a:spcAft>
                <a:spcPts val="0"/>
              </a:spcAft>
              <a:buClr>
                <a:schemeClr val="accent2"/>
              </a:buClr>
              <a:buSzPts val="1470"/>
              <a:buFont typeface="Noto Sans Symbols"/>
              <a:buChar char="⚫"/>
              <a:defRPr b="0" i="0" sz="21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indent="-302894" lvl="3" marL="1828800" marR="0" rtl="0" algn="l">
              <a:spcBef>
                <a:spcPts val="360"/>
              </a:spcBef>
              <a:spcAft>
                <a:spcPts val="0"/>
              </a:spcAft>
              <a:buClr>
                <a:schemeClr val="accent3"/>
              </a:buClr>
              <a:buSzPts val="1170"/>
              <a:buFont typeface="Noto Sans Symbols"/>
              <a:buChar char="⚫"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indent="-294639" lvl="4" marL="2286000" marR="0" rtl="0" algn="l">
              <a:spcBef>
                <a:spcPts val="320"/>
              </a:spcBef>
              <a:spcAft>
                <a:spcPts val="0"/>
              </a:spcAft>
              <a:buClr>
                <a:schemeClr val="accent4"/>
              </a:buClr>
              <a:buSzPts val="1040"/>
              <a:buFont typeface="Noto Sans Symbols"/>
              <a:buChar char="⚫"/>
              <a:defRPr b="0" i="0" sz="16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indent="-320039" lvl="5" marL="2743200" marR="0" rtl="0" algn="l">
              <a:spcBef>
                <a:spcPts val="360"/>
              </a:spcBef>
              <a:spcAft>
                <a:spcPts val="0"/>
              </a:spcAft>
              <a:buClr>
                <a:schemeClr val="accent5"/>
              </a:buClr>
              <a:buSzPts val="1440"/>
              <a:buFont typeface="Noto Sans Symbols"/>
              <a:buChar char="⚫"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indent="-309879" lvl="6" marL="3200400" marR="0" rtl="0" algn="l">
              <a:spcBef>
                <a:spcPts val="320"/>
              </a:spcBef>
              <a:spcAft>
                <a:spcPts val="0"/>
              </a:spcAft>
              <a:buClr>
                <a:schemeClr val="accent6"/>
              </a:buClr>
              <a:buSzPts val="1280"/>
              <a:buFont typeface="Noto Sans Symbols"/>
              <a:buChar char="⚫"/>
              <a:defRPr b="0" i="0" sz="16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indent="-330200" lvl="7" marL="3657600" marR="0" rtl="0" algn="l">
              <a:spcBef>
                <a:spcPts val="32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onstantia"/>
              <a:buChar char="•"/>
              <a:defRPr b="0" i="0" sz="16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indent="-317500" lvl="8" marL="4114800" marR="0" rtl="0" algn="l">
              <a:spcBef>
                <a:spcPts val="28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onstantia"/>
              <a:buChar char="•"/>
              <a:defRPr b="0" i="0" sz="14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3" name="Google Shape;13;p1"/>
          <p:cNvGrpSpPr/>
          <p:nvPr/>
        </p:nvGrpSpPr>
        <p:grpSpPr>
          <a:xfrm>
            <a:off x="-29294" y="-16113"/>
            <a:ext cx="9198255" cy="1086266"/>
            <a:chOff x="-29322" y="-1971"/>
            <a:chExt cx="9198255" cy="1086266"/>
          </a:xfrm>
        </p:grpSpPr>
        <p:sp>
          <p:nvSpPr>
            <p:cNvPr id="14" name="Google Shape;14;p1"/>
            <p:cNvSpPr/>
            <p:nvPr/>
          </p:nvSpPr>
          <p:spPr>
            <a:xfrm rot="-164308">
              <a:off x="-19045" y="216550"/>
              <a:ext cx="9163050" cy="649224"/>
            </a:xfrm>
            <a:custGeom>
              <a:rect b="b" l="l" r="r" t="t"/>
              <a:pathLst>
                <a:path extrusionOk="0" h="1055" w="5772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cap="flat" cmpd="sng" w="10775">
              <a:solidFill>
                <a:srgbClr val="09B6B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  <p:sp>
          <p:nvSpPr>
            <p:cNvPr id="15" name="Google Shape;15;p1"/>
            <p:cNvSpPr/>
            <p:nvPr/>
          </p:nvSpPr>
          <p:spPr>
            <a:xfrm rot="-164308">
              <a:off x="-14309" y="290003"/>
              <a:ext cx="9175812" cy="530352"/>
            </a:xfrm>
            <a:custGeom>
              <a:rect b="b" l="l" r="r" t="t"/>
              <a:pathLst>
                <a:path extrusionOk="0" h="854" w="5766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cap="flat" cmpd="sng" w="9525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 rotWithShape="1">
          <a:blip r:embed="rId1">
            <a:alphaModFix/>
          </a:blip>
          <a:tile algn="tl" flip="none" tx="0" sx="65000" ty="0" sy="65000"/>
        </a:blip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/>
          <p:nvPr/>
        </p:nvSpPr>
        <p:spPr>
          <a:xfrm>
            <a:off x="-9525" y="-7144"/>
            <a:ext cx="9163050" cy="1041400"/>
          </a:xfrm>
          <a:custGeom>
            <a:rect b="b" l="l" r="r" t="t"/>
            <a:pathLst>
              <a:path extrusionOk="0" h="656" w="5772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rgbClr val="0079AD">
                  <a:alpha val="44705"/>
                </a:srgbClr>
              </a:gs>
              <a:gs pos="100000">
                <a:srgbClr val="00E9F7">
                  <a:alpha val="54901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4381500" y="-7144"/>
            <a:ext cx="4762500" cy="638175"/>
          </a:xfrm>
          <a:custGeom>
            <a:rect b="b" l="l" r="r" t="t"/>
            <a:pathLst>
              <a:path extrusionOk="0" h="595" w="3000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ABB4">
                  <a:alpha val="29803"/>
                </a:srgbClr>
              </a:gs>
              <a:gs pos="80000">
                <a:srgbClr val="0099E4">
                  <a:alpha val="44705"/>
                </a:srgbClr>
              </a:gs>
              <a:gs pos="100000">
                <a:srgbClr val="0099E4">
                  <a:alpha val="44705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92" name="Google Shape;92;p13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alibri"/>
              <a:buNone/>
              <a:defRPr b="0" i="0" sz="4000" u="none" cap="none" strike="noStrik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5445" lvl="0" marL="457200" marR="0" rtl="0" algn="l">
              <a:spcBef>
                <a:spcPts val="520"/>
              </a:spcBef>
              <a:spcAft>
                <a:spcPts val="0"/>
              </a:spcAft>
              <a:buClr>
                <a:schemeClr val="accent3"/>
              </a:buClr>
              <a:buSzPts val="2470"/>
              <a:buFont typeface="Noto Sans Symbols"/>
              <a:buChar char="⚫"/>
              <a:defRPr b="0" i="0" sz="26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indent="-358140" lvl="1" marL="914400" marR="0" rtl="0" algn="l">
              <a:spcBef>
                <a:spcPts val="480"/>
              </a:spcBef>
              <a:spcAft>
                <a:spcPts val="0"/>
              </a:spcAft>
              <a:buClr>
                <a:schemeClr val="accent1"/>
              </a:buClr>
              <a:buSzPts val="2040"/>
              <a:buFont typeface="Noto Sans Symbols"/>
              <a:buChar char="⚫"/>
              <a:defRPr b="0" i="0" sz="24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indent="-321944" lvl="2" marL="1371600" marR="0" rtl="0" algn="l">
              <a:spcBef>
                <a:spcPts val="420"/>
              </a:spcBef>
              <a:spcAft>
                <a:spcPts val="0"/>
              </a:spcAft>
              <a:buClr>
                <a:schemeClr val="accent2"/>
              </a:buClr>
              <a:buSzPts val="1470"/>
              <a:buFont typeface="Noto Sans Symbols"/>
              <a:buChar char="⚫"/>
              <a:defRPr b="0" i="0" sz="21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indent="-302894" lvl="3" marL="1828800" marR="0" rtl="0" algn="l">
              <a:spcBef>
                <a:spcPts val="360"/>
              </a:spcBef>
              <a:spcAft>
                <a:spcPts val="0"/>
              </a:spcAft>
              <a:buClr>
                <a:schemeClr val="accent3"/>
              </a:buClr>
              <a:buSzPts val="1170"/>
              <a:buFont typeface="Noto Sans Symbols"/>
              <a:buChar char="⚫"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indent="-294639" lvl="4" marL="2286000" marR="0" rtl="0" algn="l">
              <a:spcBef>
                <a:spcPts val="320"/>
              </a:spcBef>
              <a:spcAft>
                <a:spcPts val="0"/>
              </a:spcAft>
              <a:buClr>
                <a:schemeClr val="accent4"/>
              </a:buClr>
              <a:buSzPts val="1040"/>
              <a:buFont typeface="Noto Sans Symbols"/>
              <a:buChar char="⚫"/>
              <a:defRPr b="0" i="0" sz="16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indent="-320039" lvl="5" marL="2743200" marR="0" rtl="0" algn="l">
              <a:spcBef>
                <a:spcPts val="360"/>
              </a:spcBef>
              <a:spcAft>
                <a:spcPts val="0"/>
              </a:spcAft>
              <a:buClr>
                <a:schemeClr val="accent5"/>
              </a:buClr>
              <a:buSzPts val="1440"/>
              <a:buFont typeface="Noto Sans Symbols"/>
              <a:buChar char="⚫"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indent="-309879" lvl="6" marL="3200400" marR="0" rtl="0" algn="l">
              <a:spcBef>
                <a:spcPts val="320"/>
              </a:spcBef>
              <a:spcAft>
                <a:spcPts val="0"/>
              </a:spcAft>
              <a:buClr>
                <a:schemeClr val="accent6"/>
              </a:buClr>
              <a:buSzPts val="1280"/>
              <a:buFont typeface="Noto Sans Symbols"/>
              <a:buChar char="⚫"/>
              <a:defRPr b="0" i="0" sz="16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indent="-330200" lvl="7" marL="3657600" marR="0" rtl="0" algn="l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Constantia"/>
              <a:buChar char="•"/>
              <a:defRPr b="0" i="0" sz="16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indent="-317500" lvl="8" marL="4114800" marR="0" rtl="0" algn="l">
              <a:spcBef>
                <a:spcPts val="28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Constantia"/>
              <a:buChar char="•"/>
              <a:defRPr b="0" i="0" sz="14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sz="120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indent="0" lvl="1" marL="0" marR="0" rtl="0" algn="r">
              <a:spcBef>
                <a:spcPts val="0"/>
              </a:spcBef>
              <a:buNone/>
              <a:defRPr b="0" sz="120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indent="0" lvl="2" marL="0" marR="0" rtl="0" algn="r">
              <a:spcBef>
                <a:spcPts val="0"/>
              </a:spcBef>
              <a:buNone/>
              <a:defRPr b="0" sz="120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indent="0" lvl="3" marL="0" marR="0" rtl="0" algn="r">
              <a:spcBef>
                <a:spcPts val="0"/>
              </a:spcBef>
              <a:buNone/>
              <a:defRPr b="0" sz="120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indent="0" lvl="4" marL="0" marR="0" rtl="0" algn="r">
              <a:spcBef>
                <a:spcPts val="0"/>
              </a:spcBef>
              <a:buNone/>
              <a:defRPr b="0" sz="120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indent="0" lvl="5" marL="0" marR="0" rtl="0" algn="r">
              <a:spcBef>
                <a:spcPts val="0"/>
              </a:spcBef>
              <a:buNone/>
              <a:defRPr b="0" sz="120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indent="0" lvl="6" marL="0" marR="0" rtl="0" algn="r">
              <a:spcBef>
                <a:spcPts val="0"/>
              </a:spcBef>
              <a:buNone/>
              <a:defRPr b="0" sz="120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indent="0" lvl="7" marL="0" marR="0" rtl="0" algn="r">
              <a:spcBef>
                <a:spcPts val="0"/>
              </a:spcBef>
              <a:buNone/>
              <a:defRPr b="0" sz="120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indent="0" lvl="8" marL="0" marR="0" rtl="0" algn="r">
              <a:spcBef>
                <a:spcPts val="0"/>
              </a:spcBef>
              <a:buNone/>
              <a:defRPr b="0" sz="120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97" name="Google Shape;97;p13"/>
          <p:cNvGrpSpPr/>
          <p:nvPr/>
        </p:nvGrpSpPr>
        <p:grpSpPr>
          <a:xfrm>
            <a:off x="-29294" y="-16113"/>
            <a:ext cx="9198255" cy="1086266"/>
            <a:chOff x="-29322" y="-1971"/>
            <a:chExt cx="9198255" cy="1086266"/>
          </a:xfrm>
        </p:grpSpPr>
        <p:sp>
          <p:nvSpPr>
            <p:cNvPr id="98" name="Google Shape;98;p13"/>
            <p:cNvSpPr/>
            <p:nvPr/>
          </p:nvSpPr>
          <p:spPr>
            <a:xfrm rot="-164308">
              <a:off x="-19045" y="216550"/>
              <a:ext cx="9163050" cy="649224"/>
            </a:xfrm>
            <a:custGeom>
              <a:rect b="b" l="l" r="r" t="t"/>
              <a:pathLst>
                <a:path extrusionOk="0" h="1055" w="5772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cap="flat" cmpd="sng" w="10775">
              <a:solidFill>
                <a:srgbClr val="09B6B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  <p:sp>
          <p:nvSpPr>
            <p:cNvPr id="99" name="Google Shape;99;p13"/>
            <p:cNvSpPr/>
            <p:nvPr/>
          </p:nvSpPr>
          <p:spPr>
            <a:xfrm rot="-164308">
              <a:off x="-14309" y="290003"/>
              <a:ext cx="9175812" cy="530352"/>
            </a:xfrm>
            <a:custGeom>
              <a:rect b="b" l="l" r="r" t="t"/>
              <a:pathLst>
                <a:path extrusionOk="0" h="854" w="5766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cap="flat" cmpd="sng" w="9525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6"/>
          <p:cNvSpPr txBox="1"/>
          <p:nvPr>
            <p:ph type="ctrTitle"/>
          </p:nvPr>
        </p:nvSpPr>
        <p:spPr>
          <a:xfrm>
            <a:off x="533400" y="1371600"/>
            <a:ext cx="7851648" cy="182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18275" wrap="square" tIns="0">
            <a:normAutofit/>
          </a:bodyPr>
          <a:lstStyle/>
          <a:p>
            <a:r>
              <a:t>FitPulse Description</a:t>
            </a:r>
          </a:p>
        </p:txBody>
      </p:sp>
      <p:sp>
        <p:nvSpPr>
          <p:cNvPr id="117" name="Google Shape;117;p16"/>
          <p:cNvSpPr txBox="1"/>
          <p:nvPr>
            <p:ph idx="1" type="subTitle"/>
          </p:nvPr>
        </p:nvSpPr>
        <p:spPr>
          <a:xfrm>
            <a:off x="533400" y="3228536"/>
            <a:ext cx="7854696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18275" wrap="square" tIns="45700">
            <a:normAutofit/>
          </a:bodyPr>
          <a:lstStyle/>
          <a:p>
            <a:r>
              <a:t>Your Company Name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7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Revision History</a:t>
            </a:r>
          </a:p>
        </p:txBody>
      </p:sp>
      <p:graphicFrame>
        <p:nvGraphicFramePr>
          <p:cNvPr id="123" name="Google Shape;123;p17"/>
          <p:cNvGraphicFramePr/>
          <p:nvPr/>
        </p:nvGraphicFramePr>
        <p:xfrm>
          <a:off x="457200" y="193516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{25375610-7600-4973-BF82-191DA6F836F1}</a:tableStyleId>
              </a:tblPr>
              <a:tblGrid>
                <a:gridCol w="1090475"/>
                <a:gridCol w="1152125"/>
                <a:gridCol w="3929600"/>
                <a:gridCol w="2057400"/>
              </a:tblGrid>
              <a:tr h="370850">
                <a:tc>
                  <a:txBody>
                    <a:bodyPr/>
                    <a:lstStyle/>
                    <a:p>
                      <a:r>
                        <a:rPr sz="1200" b="1"/>
                        <a:t>Version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rPr sz="1200" b="1"/>
                        <a:t>Date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rPr sz="1200" b="1"/>
                        <a:t>Description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rPr sz="1200" b="1"/>
                        <a:t>Author</a:t>
                      </a:r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r>
                        <a:rPr sz="1200" b="0"/>
                        <a:t>1.0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rPr sz="1200" b="0"/>
                        <a:t>March 19, 2026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rPr sz="1200" b="0"/>
                        <a:t>Initial Samsung TV Seller Office UI description for FitPulse.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rPr sz="1200" b="0"/>
                        <a:t>Your Company Name</a:t>
                      </a:r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/>
                  </a:txBody>
                  <a:tcPr marT="45725" marB="45725" marR="91450" marL="91450"/>
                </a:tc>
                <a:tc>
                  <a:txBody>
                    <a:bodyPr/>
                    <a:lstStyle/>
                    <a:p/>
                  </a:txBody>
                  <a:tcPr marT="45725" marB="45725" marR="91450" marL="91450"/>
                </a:tc>
                <a:tc>
                  <a:txBody>
                    <a:bodyPr/>
                    <a:lstStyle/>
                    <a:p/>
                  </a:txBody>
                  <a:tcPr marT="45725" marB="45725" marR="91450" marL="91450"/>
                </a:tc>
                <a:tc>
                  <a:txBody>
                    <a:bodyPr/>
                    <a:lstStyle/>
                    <a:p/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Contents</a:t>
            </a:r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74320" lvl="0" marL="274320" rtl="0" algn="l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2400" b="0">
                <a:solidFill>
                  <a:srgbClr val="222222"/>
                </a:solidFill>
              </a:rPr>
              <a:t>UI Structure</a:t>
            </a:r>
            <a:endParaRPr/>
          </a:p>
          <a:p>
            <a:r>
              <a:rPr sz="2400" b="0">
                <a:solidFill>
                  <a:srgbClr val="222222"/>
                </a:solidFill>
              </a:rPr>
              <a:t>Usage Scenario</a:t>
            </a:r>
          </a:p>
          <a:p>
            <a:r>
              <a:rPr sz="2400" b="0">
                <a:solidFill>
                  <a:srgbClr val="222222"/>
                </a:solidFill>
              </a:rPr>
              <a:t>Menu &amp; Function Description</a:t>
            </a:r>
          </a:p>
          <a:p>
            <a:r>
              <a:rPr sz="2400" b="0">
                <a:solidFill>
                  <a:srgbClr val="222222"/>
                </a:solidFill>
              </a:rPr>
              <a:t>Key Policy</a:t>
            </a:r>
          </a:p>
          <a:p>
            <a:r>
              <a:rPr sz="2400" b="0">
                <a:solidFill>
                  <a:srgbClr val="222222"/>
                </a:solidFill>
              </a:rPr>
              <a:t>Additional Notes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9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UI Structure</a:t>
            </a:r>
          </a:p>
        </p:txBody>
      </p:sp>
      <p:sp>
        <p:nvSpPr>
          <p:cNvPr id="135" name="Google Shape;135;p19"/>
          <p:cNvSpPr txBox="1"/>
          <p:nvPr>
            <p:ph idx="1" type="body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74320" lvl="0" marL="274320" rtl="0" algn="l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1800" b="0">
                <a:solidFill>
                  <a:srgbClr val="222222"/>
                </a:solidFill>
              </a:rPr>
              <a:t>Whole UI Structure</a:t>
            </a:r>
            <a:endParaRPr/>
          </a:p>
          <a:p/>
          <a:p>
            <a:r>
              <a:rPr sz="1800" b="0">
                <a:solidFill>
                  <a:srgbClr val="222222"/>
                </a:solidFill>
              </a:rPr>
              <a:t>FitPulse is a Samsung TV fitness application for browsing workouts,</a:t>
            </a:r>
          </a:p>
          <a:p>
            <a:r>
              <a:rPr sz="1800" b="0">
                <a:solidFill>
                  <a:srgbClr val="222222"/>
                </a:solidFill>
              </a:rPr>
              <a:t>opening guided training plans, and starting remote-friendly workout sessions.</a:t>
            </a:r>
          </a:p>
          <a:p>
            <a:r>
              <a:rPr sz="1800" b="0">
                <a:solidFill>
                  <a:srgbClr val="222222"/>
                </a:solidFill>
              </a:rPr>
              <a:t>Only currently available user flows are described in this document.</a:t>
            </a:r>
          </a:p>
          <a:p/>
          <a:p>
            <a:r>
              <a:rPr sz="1800" b="0">
                <a:solidFill>
                  <a:srgbClr val="222222"/>
                </a:solidFill>
              </a:rPr>
              <a:t>Primary user flow:</a:t>
            </a:r>
          </a:p>
          <a:p>
            <a:r>
              <a:rPr sz="1800" b="0">
                <a:solidFill>
                  <a:srgbClr val="222222"/>
                </a:solidFill>
              </a:rPr>
              <a:t>Welcome -&gt; Profile Ready -&gt; Home</a:t>
            </a:r>
          </a:p>
          <a:p>
            <a:r>
              <a:rPr sz="1800" b="0">
                <a:solidFill>
                  <a:srgbClr val="222222"/>
                </a:solidFill>
              </a:rPr>
              <a:t>Home -&gt; Classic -&gt; Plan Calendar -&gt; Day Detail -&gt; Workout Player</a:t>
            </a:r>
          </a:p>
          <a:p>
            <a:r>
              <a:rPr sz="1800" b="0">
                <a:solidFill>
                  <a:srgbClr val="222222"/>
                </a:solidFill>
              </a:rPr>
              <a:t>Home / Me -&gt; History</a:t>
            </a:r>
          </a:p>
          <a:p/>
          <a:p>
            <a:r>
              <a:rPr sz="1800" b="0">
                <a:solidFill>
                  <a:srgbClr val="222222"/>
                </a:solidFill>
              </a:rPr>
              <a:t>Main screens in the current release:</a:t>
            </a:r>
          </a:p>
          <a:p>
            <a:r>
              <a:rPr sz="1800" b="0">
                <a:solidFill>
                  <a:srgbClr val="222222"/>
                </a:solidFill>
              </a:rPr>
              <a:t>- Home dashboard</a:t>
            </a:r>
          </a:p>
          <a:p>
            <a:r>
              <a:rPr sz="1800" b="0">
                <a:solidFill>
                  <a:srgbClr val="222222"/>
                </a:solidFill>
              </a:rPr>
              <a:t>- Library by body part</a:t>
            </a:r>
          </a:p>
          <a:p>
            <a:r>
              <a:rPr sz="1800" b="0">
                <a:solidFill>
                  <a:srgbClr val="222222"/>
                </a:solidFill>
              </a:rPr>
              <a:t>- Classic programs</a:t>
            </a:r>
          </a:p>
          <a:p>
            <a:r>
              <a:rPr sz="1800" b="0">
                <a:solidFill>
                  <a:srgbClr val="222222"/>
                </a:solidFill>
              </a:rPr>
              <a:t>- Plan calendar and day detail</a:t>
            </a:r>
          </a:p>
          <a:p>
            <a:r>
              <a:rPr sz="1800" b="0">
                <a:solidFill>
                  <a:srgbClr val="222222"/>
                </a:solidFill>
              </a:rPr>
              <a:t>- Workout player and completion summary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UI Structure - Flow Graph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914400" y="1280160"/>
            <a:ext cx="1463040" cy="594360"/>
          </a:xfrm>
          <a:prstGeom prst="roundRect">
            <a:avLst/>
          </a:prstGeom>
          <a:solidFill>
            <a:srgbClr val="3FA77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Welcome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514600" y="132588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-&gt;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926080" y="1280160"/>
            <a:ext cx="1691640" cy="594360"/>
          </a:xfrm>
          <a:prstGeom prst="roundRect">
            <a:avLst/>
          </a:prstGeom>
          <a:solidFill>
            <a:srgbClr val="3FA77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Home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709160" y="132588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-&gt;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166360" y="1280160"/>
            <a:ext cx="1645920" cy="594360"/>
          </a:xfrm>
          <a:prstGeom prst="roundRect">
            <a:avLst/>
          </a:prstGeom>
          <a:solidFill>
            <a:srgbClr val="3FA77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Library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11880" y="20116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v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743200" y="2423160"/>
            <a:ext cx="2103120" cy="621792"/>
          </a:xfrm>
          <a:prstGeom prst="roundRect">
            <a:avLst/>
          </a:prstGeom>
          <a:solidFill>
            <a:srgbClr val="E08A3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Classic Programs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657600" y="31546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v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606040" y="3566160"/>
            <a:ext cx="2377440" cy="621792"/>
          </a:xfrm>
          <a:prstGeom prst="roundRect">
            <a:avLst/>
          </a:prstGeom>
          <a:solidFill>
            <a:srgbClr val="E08A3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Plan Calendar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657600" y="42976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v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2743200" y="4663440"/>
            <a:ext cx="2103120" cy="621792"/>
          </a:xfrm>
          <a:prstGeom prst="roundRect">
            <a:avLst/>
          </a:prstGeom>
          <a:solidFill>
            <a:srgbClr val="B94E5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Day Detail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074920" y="475488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-&gt;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532120" y="4663440"/>
            <a:ext cx="1828800" cy="621792"/>
          </a:xfrm>
          <a:prstGeom prst="roundRect">
            <a:avLst/>
          </a:prstGeom>
          <a:solidFill>
            <a:srgbClr val="B94E5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Workout Player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1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UI Structure - Depth Navigation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1645920"/>
            <a:ext cx="66751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222222"/>
                </a:solidFill>
              </a:rPr>
              <a:t>Depth 1 : Welcome, Profile Ready, Home, Library, Classic, Me</a:t>
            </a:r>
          </a:p>
          <a:p>
            <a:r>
              <a:rPr sz="2000" b="0">
                <a:solidFill>
                  <a:srgbClr val="222222"/>
                </a:solidFill>
              </a:rPr>
              <a:t>Depth 2 : History, Plan Calendar, Day Detail</a:t>
            </a:r>
          </a:p>
          <a:p>
            <a:r>
              <a:rPr sz="2000" b="0">
                <a:solidFill>
                  <a:srgbClr val="222222"/>
                </a:solidFill>
              </a:rPr>
              <a:t>Depth 3 : Get Ready, Workout Player, Rest, Workout Complete</a:t>
            </a:r>
          </a:p>
          <a:p/>
          <a:p>
            <a:r>
              <a:rPr sz="2000" b="0">
                <a:solidFill>
                  <a:srgbClr val="222222"/>
                </a:solidFill>
              </a:rPr>
              <a:t>Global UI elements:</a:t>
            </a:r>
          </a:p>
          <a:p>
            <a:r>
              <a:rPr sz="2000" b="0">
                <a:solidFill>
                  <a:srgbClr val="222222"/>
                </a:solidFill>
              </a:rPr>
              <a:t>- Sidebar navigation on main browsing screens</a:t>
            </a:r>
          </a:p>
          <a:p>
            <a:r>
              <a:rPr sz="2000" b="0">
                <a:solidFill>
                  <a:srgbClr val="222222"/>
                </a:solidFill>
              </a:rPr>
              <a:t>- Directional focus highlight</a:t>
            </a:r>
          </a:p>
          <a:p/>
          <a:p>
            <a:r>
              <a:rPr sz="2000" b="0">
                <a:solidFill>
                  <a:srgbClr val="222222"/>
                </a:solidFill>
              </a:rPr>
              <a:t>Contextual UI elements:</a:t>
            </a:r>
          </a:p>
          <a:p>
            <a:r>
              <a:rPr sz="2000" b="0">
                <a:solidFill>
                  <a:srgbClr val="222222"/>
                </a:solidFill>
              </a:rPr>
              <a:t>- Workout plan cards</a:t>
            </a:r>
          </a:p>
          <a:p>
            <a:r>
              <a:rPr sz="2000" b="0">
                <a:solidFill>
                  <a:srgbClr val="222222"/>
                </a:solidFill>
              </a:rPr>
              <a:t>- Day grid in the plan calendar</a:t>
            </a:r>
          </a:p>
          <a:p>
            <a:r>
              <a:rPr sz="2000" b="0">
                <a:solidFill>
                  <a:srgbClr val="222222"/>
                </a:solidFill>
              </a:rPr>
              <a:t>- Start button on day detail page</a:t>
            </a:r>
          </a:p>
          <a:p>
            <a:r>
              <a:rPr sz="2000" b="0">
                <a:solidFill>
                  <a:srgbClr val="222222"/>
                </a:solidFill>
              </a:rPr>
              <a:t>- Timer and action button in workout flow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2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Usage Scenario</a:t>
            </a:r>
          </a:p>
        </p:txBody>
      </p:sp>
      <p:sp>
        <p:nvSpPr>
          <p:cNvPr id="181" name="Google Shape;181;p22"/>
          <p:cNvSpPr txBox="1"/>
          <p:nvPr>
            <p:ph idx="1" type="body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74320" lvl="0" marL="274320" rtl="0" algn="l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1800" b="0">
                <a:solidFill>
                  <a:srgbClr val="222222"/>
                </a:solidFill>
              </a:rPr>
              <a:t>Use Case 1: Browse a workout plan and start a guided session.</a:t>
            </a:r>
            <a:endParaRPr/>
          </a:p>
          <a:p/>
          <a:p>
            <a:r>
              <a:rPr sz="1800" b="0">
                <a:solidFill>
                  <a:srgbClr val="222222"/>
                </a:solidFill>
              </a:rPr>
              <a:t>1. Launch the app and go to the Home screen.</a:t>
            </a:r>
          </a:p>
          <a:p>
            <a:r>
              <a:rPr sz="1800" b="0">
                <a:solidFill>
                  <a:srgbClr val="222222"/>
                </a:solidFill>
              </a:rPr>
              <a:t>2. Open Library or Classic Programs with the remote.</a:t>
            </a:r>
          </a:p>
          <a:p>
            <a:r>
              <a:rPr sz="1800" b="0">
                <a:solidFill>
                  <a:srgbClr val="222222"/>
                </a:solidFill>
              </a:rPr>
              <a:t>3. Select a workout plan from Classic Programs.</a:t>
            </a:r>
          </a:p>
          <a:p>
            <a:r>
              <a:rPr sz="1800" b="0">
                <a:solidFill>
                  <a:srgbClr val="222222"/>
                </a:solidFill>
              </a:rPr>
              <a:t>4. Choose an available day from the plan calendar.</a:t>
            </a:r>
          </a:p>
          <a:p>
            <a:r>
              <a:rPr sz="1800" b="0">
                <a:solidFill>
                  <a:srgbClr val="222222"/>
                </a:solidFill>
              </a:rPr>
              <a:t>5. Review the workout summary on the Day Detail screen.</a:t>
            </a:r>
          </a:p>
          <a:p>
            <a:r>
              <a:rPr sz="1800" b="0">
                <a:solidFill>
                  <a:srgbClr val="222222"/>
                </a:solidFill>
              </a:rPr>
              <a:t>6. Start the workout and continue through the workout player flow.</a:t>
            </a:r>
          </a:p>
          <a:p>
            <a:r>
              <a:rPr sz="1800" b="0">
                <a:solidFill>
                  <a:srgbClr val="222222"/>
                </a:solidFill>
              </a:rPr>
              <a:t>7. Return to previous screens with the Back key.</a:t>
            </a:r>
          </a:p>
          <a:p/>
          <a:p>
            <a:r>
              <a:rPr sz="1800" b="0">
                <a:solidFill>
                  <a:srgbClr val="222222"/>
                </a:solidFill>
              </a:rPr>
              <a:t>No account sign-in, activation, or purchase is required in the current release.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3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Usage Scenario</a:t>
            </a:r>
          </a:p>
        </p:txBody>
      </p:sp>
      <p:sp>
        <p:nvSpPr>
          <p:cNvPr id="187" name="Google Shape;187;p23"/>
          <p:cNvSpPr txBox="1"/>
          <p:nvPr>
            <p:ph idx="1" type="body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74320" lvl="0" marL="274320" rtl="0" algn="l">
              <a:spcBef>
                <a:spcPts val="0"/>
              </a:spcBef>
              <a:spcAft>
                <a:spcPts val="0"/>
              </a:spcAft>
              <a:buSzPts val="2280"/>
              <a:buChar char="⚫"/>
            </a:pPr>
            <a:r>
              <a:rPr sz="1800" b="0">
                <a:solidFill>
                  <a:srgbClr val="222222"/>
                </a:solidFill>
              </a:rPr>
              <a:t>Use Case Title: Browse and start a workout session</a:t>
            </a:r>
            <a:endParaRPr i="1" sz="2400">
              <a:solidFill>
                <a:srgbClr val="54A838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Path: Home -&gt; Classic -&gt; Plan Calendar -&gt; Day Detail -&gt; Workout Player</a:t>
            </a:r>
          </a:p>
          <a:p/>
          <a:p>
            <a:r>
              <a:rPr sz="1800" b="0">
                <a:solidFill>
                  <a:srgbClr val="222222"/>
                </a:solidFill>
              </a:rPr>
              <a:t>Supporting notes:</a:t>
            </a:r>
          </a:p>
          <a:p>
            <a:r>
              <a:rPr sz="1800" b="0">
                <a:solidFill>
                  <a:srgbClr val="222222"/>
                </a:solidFill>
              </a:rPr>
              <a:t>- Users can also browse workouts from Library.</a:t>
            </a:r>
          </a:p>
          <a:p>
            <a:r>
              <a:rPr sz="1800" b="0">
                <a:solidFill>
                  <a:srgbClr val="222222"/>
                </a:solidFill>
              </a:rPr>
              <a:t>- The TV remote is used for directional focus navigation.</a:t>
            </a:r>
          </a:p>
          <a:p>
            <a:r>
              <a:rPr sz="1800" b="0">
                <a:solidFill>
                  <a:srgbClr val="222222"/>
                </a:solidFill>
              </a:rPr>
              <a:t>- The completion summary appears after the guided workout flow.</a:t>
            </a:r>
          </a:p>
          <a:p/>
          <a:p>
            <a:r>
              <a:rPr sz="1800" b="0">
                <a:solidFill>
                  <a:srgbClr val="222222"/>
                </a:solidFill>
              </a:rPr>
              <a:t>No account login is required.</a:t>
            </a:r>
          </a:p>
          <a:p>
            <a:r>
              <a:rPr sz="1800" b="0">
                <a:solidFill>
                  <a:srgbClr val="222222"/>
                </a:solidFill>
              </a:rPr>
              <a:t>No in-app purchase is required.</a:t>
            </a:r>
          </a:p>
        </p:txBody>
      </p:sp>
      <p:pic>
        <p:nvPicPr>
          <p:cNvPr id="188" name="Picture 187" descr="10-usage-scenario-coll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427" y="2928934"/>
            <a:ext cx="6873159" cy="392906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4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Menu &amp; Function Description</a:t>
            </a:r>
          </a:p>
        </p:txBody>
      </p:sp>
      <p:sp>
        <p:nvSpPr>
          <p:cNvPr id="194" name="Google Shape;194;p24"/>
          <p:cNvSpPr txBox="1"/>
          <p:nvPr>
            <p:ph idx="1" type="body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74320" lvl="0" marL="274320" rtl="0" algn="l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1800" b="0">
                <a:solidFill>
                  <a:srgbClr val="222222"/>
                </a:solidFill>
              </a:rPr>
              <a:t>Screen descriptions in the current release:</a:t>
            </a:r>
            <a:endParaRPr i="1">
              <a:solidFill>
                <a:srgbClr val="54A838"/>
              </a:solidFill>
            </a:endParaRPr>
          </a:p>
          <a:p/>
          <a:p>
            <a:r>
              <a:rPr sz="1800" b="0">
                <a:solidFill>
                  <a:srgbClr val="222222"/>
                </a:solidFill>
              </a:rPr>
              <a:t>Home: weekly activity, resume card, and recommended workouts.</a:t>
            </a:r>
          </a:p>
          <a:p>
            <a:r>
              <a:rPr sz="1800" b="0">
                <a:solidFill>
                  <a:srgbClr val="222222"/>
                </a:solidFill>
              </a:rPr>
              <a:t>Library: body-part filter chips and workout cards.</a:t>
            </a:r>
          </a:p>
          <a:p>
            <a:r>
              <a:rPr sz="1800" b="0">
                <a:solidFill>
                  <a:srgbClr val="222222"/>
                </a:solidFill>
              </a:rPr>
              <a:t>Classic Programs: structured plan cards for long-form training.</a:t>
            </a:r>
          </a:p>
          <a:p>
            <a:r>
              <a:rPr sz="1800" b="0">
                <a:solidFill>
                  <a:srgbClr val="222222"/>
                </a:solidFill>
              </a:rPr>
              <a:t>Plan Calendar: day selection for a multi-day workout plan.</a:t>
            </a:r>
          </a:p>
          <a:p>
            <a:r>
              <a:rPr sz="1800" b="0">
                <a:solidFill>
                  <a:srgbClr val="222222"/>
                </a:solidFill>
              </a:rPr>
              <a:t>History: previous completed sessions.</a:t>
            </a:r>
          </a:p>
          <a:p/>
          <a:p>
            <a:r>
              <a:rPr sz="1800" b="0">
                <a:solidFill>
                  <a:srgbClr val="222222"/>
                </a:solidFill>
              </a:rPr>
              <a:t>Only currently implemented screens and functions are described in this document.</a:t>
            </a:r>
          </a:p>
        </p:txBody>
      </p:sp>
      <p:pic>
        <p:nvPicPr>
          <p:cNvPr id="195" name="Picture 194" descr="11-menu-function-coll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544" y="2471236"/>
            <a:ext cx="8064896" cy="36724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5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Key Policy</a:t>
            </a:r>
          </a:p>
        </p:txBody>
      </p:sp>
      <p:sp>
        <p:nvSpPr>
          <p:cNvPr id="201" name="Google Shape;201;p25"/>
          <p:cNvSpPr txBox="1"/>
          <p:nvPr>
            <p:ph idx="1" type="body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74320" lvl="0" marL="274320" rtl="0" algn="l">
              <a:spcBef>
                <a:spcPts val="0"/>
              </a:spcBef>
              <a:spcAft>
                <a:spcPts val="0"/>
              </a:spcAft>
              <a:buSzPts val="2090"/>
              <a:buChar char="⚫"/>
            </a:pPr>
            <a:r>
              <a:rPr sz="1800" b="0">
                <a:solidFill>
                  <a:srgbClr val="222222"/>
                </a:solidFill>
              </a:rPr>
              <a:t>Standard Samsung TV navigation behavior is used in the current release.</a:t>
            </a:r>
            <a:endParaRPr i="1" sz="2200">
              <a:solidFill>
                <a:srgbClr val="54A838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The app focuses on directional focus movement and Back key behavior.</a:t>
            </a:r>
          </a:p>
        </p:txBody>
      </p:sp>
      <p:graphicFrame>
        <p:nvGraphicFramePr>
          <p:cNvPr id="202" name="Google Shape;202;p25"/>
          <p:cNvGraphicFramePr/>
          <p:nvPr/>
        </p:nvGraphicFramePr>
        <p:xfrm>
          <a:off x="539552" y="249289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{F0D7D541-CF8F-4543-9F64-9DD65BD08CB1}</a:tableStyleId>
              </a:tblPr>
              <a:tblGrid>
                <a:gridCol w="1391750"/>
                <a:gridCol w="4728925"/>
                <a:gridCol w="1800200"/>
              </a:tblGrid>
              <a:tr h="366375">
                <a:tc>
                  <a:txBody>
                    <a:bodyPr/>
                    <a:lstStyle/>
                    <a:p>
                      <a:r>
                        <a:rPr sz="1100" b="1"/>
                        <a:t>Button</a:t>
                      </a:r>
                    </a:p>
                  </a:txBody>
                  <a:tcPr marT="36000" marB="72000" marR="36000" marL="360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Action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Remarks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ENTER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Select the focused card, button, or action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Standard selection behavior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EAEA"/>
                    </a:solidFill>
                  </a:tcPr>
                </a:tc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UP / DOWN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Move focus vertically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Stops at the screen edge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LEFT / RIGHT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Move focus horizontally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Stops at the screen edge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BACK / RETURN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Go to the previous screen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Standard Samsung TV behavior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PLAY / PAUSE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Control timer-based workout flow when applicable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Current workout flow only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EXIT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Close the application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Standard Samsung TV behavior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COLOR KEYS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N/R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No custom key mapping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CHANNEL / NUMBER KEYS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N/R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No custom key mapping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FAST FORWARD / REWIND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N/R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No custom key mapping</a:t>
                      </a:r>
                    </a:p>
                  </a:txBody>
                  <a:tcPr marT="36000" marB="36000" marR="36000" marL="360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6"/>
          <p:cNvSpPr txBox="1"/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45700">
            <a:normAutofit/>
          </a:bodyPr>
          <a:lstStyle/>
          <a:p>
            <a:r>
              <a:t>Additional Notes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4400" y="1645920"/>
            <a:ext cx="68580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222222"/>
                </a:solidFill>
              </a:rPr>
              <a:t>Language support</a:t>
            </a:r>
          </a:p>
          <a:p>
            <a:r>
              <a:rPr sz="1800" b="0">
                <a:solidFill>
                  <a:srgbClr val="222222"/>
                </a:solidFill>
              </a:rPr>
              <a:t>This version supports English only. No in-app language change menu is provided.</a:t>
            </a:r>
          </a:p>
          <a:p/>
          <a:p>
            <a:r>
              <a:rPr sz="1800" b="0">
                <a:solidFill>
                  <a:srgbClr val="222222"/>
                </a:solidFill>
              </a:rPr>
              <a:t>Seller / Support</a:t>
            </a:r>
          </a:p>
          <a:p>
            <a:r>
              <a:rPr sz="1800" b="0">
                <a:solidFill>
                  <a:srgbClr val="222222"/>
                </a:solidFill>
              </a:rPr>
              <a:t>Seller: Your Company Name</a:t>
            </a:r>
          </a:p>
          <a:p>
            <a:r>
              <a:rPr sz="1800" b="0">
                <a:solidFill>
                  <a:srgbClr val="222222"/>
                </a:solidFill>
              </a:rPr>
              <a:t>Support E-mail: your-support@example.com</a:t>
            </a:r>
          </a:p>
          <a:p>
            <a:r>
              <a:rPr sz="1800" b="0">
                <a:solidFill>
                  <a:srgbClr val="222222"/>
                </a:solidFill>
              </a:rPr>
              <a:t>Support URL: https://your-domain.example</a:t>
            </a:r>
          </a:p>
          <a:p>
            <a:r>
              <a:rPr sz="1800" b="0">
                <a:solidFill>
                  <a:srgbClr val="222222"/>
                </a:solidFill>
              </a:rPr>
              <a:t>Seller Address: Your Address</a:t>
            </a:r>
          </a:p>
          <a:p/>
          <a:p>
            <a:r>
              <a:rPr sz="1800" b="0">
                <a:solidFill>
                  <a:srgbClr val="222222"/>
                </a:solidFill>
              </a:rPr>
              <a:t>Additional notes</a:t>
            </a:r>
          </a:p>
          <a:p>
            <a:r>
              <a:rPr sz="1800" b="0">
                <a:solidFill>
                  <a:srgbClr val="222222"/>
                </a:solidFill>
              </a:rPr>
              <a:t>This app is a Samsung TV web application package (.wgt).</a:t>
            </a:r>
          </a:p>
          <a:p>
            <a:r>
              <a:rPr sz="1800" b="0">
                <a:solidFill>
                  <a:srgbClr val="222222"/>
                </a:solidFill>
              </a:rPr>
              <a:t>The current release focuses on workout browsing, plan selection, and guided remote-based workout 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흐름">
  <a:themeElements>
    <a:clrScheme name="흐름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흐름">
  <a:themeElements>
    <a:clrScheme name="흐름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
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  <p:sldId id="266" r:id="rId14"/>
    <p:sldId id="267" r:id="rId15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D49EED1C-9236-F837-8F95-4017E110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>
            <a:extLst>
              <a:ext uri="{FF2B5EF4-FFF2-40B4-BE49-F238E27FC236}">
                <a16:creationId xmlns:a16="http://schemas.microsoft.com/office/drawing/2014/main" id="{5A153DF5-EC88-0BA3-0BAB-C0D3CCD08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>
            <a:extLst>
              <a:ext uri="{FF2B5EF4-FFF2-40B4-BE49-F238E27FC236}">
                <a16:creationId xmlns:a16="http://schemas.microsoft.com/office/drawing/2014/main" id="{21BDF3F2-07DA-8951-65B9-7EB911423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1422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51C94DDA-2613-1E1A-B534-CC1D2091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>
            <a:extLst>
              <a:ext uri="{FF2B5EF4-FFF2-40B4-BE49-F238E27FC236}">
                <a16:creationId xmlns:a16="http://schemas.microsoft.com/office/drawing/2014/main" id="{337C90DA-DBA5-CA0A-1D75-591731857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E297FFEB-D62E-DDCC-CBA4-483C0D515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3334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t>FitPulse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t>MATICONE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>
            <p:extLst>
              <p:ext uri="{D42A27DB-BD31-4B8C-83A1-F6EECF244321}">
                <p14:modId xmlns:p14="http://schemas.microsoft.com/office/powerpoint/2010/main" val="2727855000"/>
              </p:ext>
            </p:extLst>
          </p:nvPr>
        </p:nvGraphicFramePr>
        <p:xfrm>
          <a:off x="457200" y="1935163"/>
          <a:ext cx="8229600" cy="119891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 dirty="0"/>
                        <a:t>1.0</a:t>
                      </a:r>
                      <a:r>
                        <a:rPr lang="en-US" sz="1200" b="0" dirty="0"/>
                        <a:t>.2</a:t>
                      </a:r>
                      <a:endParaRPr sz="12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March </a:t>
                      </a:r>
                      <a:r>
                        <a:rPr lang="en-US" sz="1200" b="0" dirty="0"/>
                        <a:t>25</a:t>
                      </a:r>
                      <a:r>
                        <a:rPr sz="1200" b="0" dirty="0"/>
                        <a:t>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FitPulse.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MATICONE LTD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Additional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FitPulse is a Samsung TV fitness application for browsing workouts,</a:t>
            </a:r>
          </a:p>
          <a:p>
            <a:r>
              <a:rPr sz="1800" b="0">
                <a:solidFill>
                  <a:srgbClr val="222222"/>
                </a:solidFill>
              </a:rPr>
              <a:t>opening guided training plans, and starting remote-friendly workout sessions.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Welcome -&gt; Profile Ready -&gt; Home</a:t>
            </a:r>
          </a:p>
          <a:p>
            <a:r>
              <a:rPr sz="1800" b="0">
                <a:solidFill>
                  <a:srgbClr val="222222"/>
                </a:solidFill>
              </a:rPr>
              <a:t>Home -&gt; Classic -&gt; Plan Calendar -&gt; Day Detail -&gt; Workout Player</a:t>
            </a:r>
          </a:p>
          <a:p>
            <a:r>
              <a:rPr sz="1800" b="0">
                <a:solidFill>
                  <a:srgbClr val="222222"/>
                </a:solidFill>
              </a:rPr>
              <a:t>Home / Me -&gt; History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 dashboard</a:t>
            </a:r>
          </a:p>
          <a:p>
            <a:r>
              <a:rPr sz="1800" b="0">
                <a:solidFill>
                  <a:srgbClr val="222222"/>
                </a:solidFill>
              </a:rPr>
              <a:t>- Library by body part</a:t>
            </a:r>
          </a:p>
          <a:p>
            <a:r>
              <a:rPr sz="1800" b="0">
                <a:solidFill>
                  <a:srgbClr val="222222"/>
                </a:solidFill>
              </a:rPr>
              <a:t>- Classic programs</a:t>
            </a:r>
          </a:p>
          <a:p>
            <a:r>
              <a:rPr sz="1800" b="0">
                <a:solidFill>
                  <a:srgbClr val="222222"/>
                </a:solidFill>
              </a:rPr>
              <a:t>- Plan calendar and day detail</a:t>
            </a:r>
          </a:p>
          <a:p>
            <a:r>
              <a:rPr sz="1800" b="0">
                <a:solidFill>
                  <a:srgbClr val="222222"/>
                </a:solidFill>
              </a:rPr>
              <a:t>- Workout player and completion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4400" y="1280160"/>
            <a:ext cx="146304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14600" y="1325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926080" y="1280160"/>
            <a:ext cx="169164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709160" y="1325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166360" y="1280160"/>
            <a:ext cx="164592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1188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43200" y="2423160"/>
            <a:ext cx="2103120" cy="621792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Classic Programs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57600" y="3154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606040" y="3566160"/>
            <a:ext cx="2377440" cy="621792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Plan Calendar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57600" y="4297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743200" y="4663440"/>
            <a:ext cx="2103120" cy="621792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Day Detail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74920" y="4754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32120" y="4663440"/>
            <a:ext cx="1828800" cy="621792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Workout 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4400" y="1645920"/>
            <a:ext cx="66751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Welcome, Profile Ready, Home, Library, Classic, Me</a:t>
            </a:r>
          </a:p>
          <a:p>
            <a:r>
              <a:rPr sz="2000" b="0">
                <a:solidFill>
                  <a:srgbClr val="222222"/>
                </a:solidFill>
              </a:rPr>
              <a:t>Depth 2 : History, Plan Calendar, Day Detail</a:t>
            </a:r>
          </a:p>
          <a:p>
            <a:r>
              <a:rPr sz="2000" b="0">
                <a:solidFill>
                  <a:srgbClr val="222222"/>
                </a:solidFill>
              </a:rPr>
              <a:t>Depth 3 : Get Ready, Workout Player, Rest, Workout Complete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Sidebar navigation on main browsing screens</a:t>
            </a:r>
          </a:p>
          <a:p>
            <a:r>
              <a:rPr sz="2000" b="0">
                <a:solidFill>
                  <a:srgbClr val="222222"/>
                </a:solidFill>
              </a:rPr>
              <a:t>- Directional focus highlight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Workout plan cards</a:t>
            </a:r>
          </a:p>
          <a:p>
            <a:r>
              <a:rPr sz="2000" b="0">
                <a:solidFill>
                  <a:srgbClr val="222222"/>
                </a:solidFill>
              </a:rPr>
              <a:t>- Day grid in the plan calendar</a:t>
            </a:r>
          </a:p>
          <a:p>
            <a:r>
              <a:rPr sz="2000" b="0">
                <a:solidFill>
                  <a:srgbClr val="222222"/>
                </a:solidFill>
              </a:rPr>
              <a:t>- Start button on day detail page</a:t>
            </a:r>
          </a:p>
          <a:p>
            <a:r>
              <a:rPr sz="2000" b="0">
                <a:solidFill>
                  <a:srgbClr val="222222"/>
                </a:solidFill>
              </a:rPr>
              <a:t>- Timer and action button in workout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a workout plan and start a guided session.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Launch the app and go to the Home screen.</a:t>
            </a:r>
          </a:p>
          <a:p>
            <a:r>
              <a:rPr sz="1800" b="0">
                <a:solidFill>
                  <a:srgbClr val="222222"/>
                </a:solidFill>
              </a:rPr>
              <a:t>2. Open Library or Classic Programs with the remote.</a:t>
            </a:r>
          </a:p>
          <a:p>
            <a:r>
              <a:rPr sz="1800" b="0">
                <a:solidFill>
                  <a:srgbClr val="222222"/>
                </a:solidFill>
              </a:rPr>
              <a:t>3. Select a workout plan from Classic Programs.</a:t>
            </a:r>
          </a:p>
          <a:p>
            <a:r>
              <a:rPr sz="1800" b="0">
                <a:solidFill>
                  <a:srgbClr val="222222"/>
                </a:solidFill>
              </a:rPr>
              <a:t>4. Choose an available day from the plan calendar.</a:t>
            </a:r>
          </a:p>
          <a:p>
            <a:r>
              <a:rPr sz="1800" b="0">
                <a:solidFill>
                  <a:srgbClr val="222222"/>
                </a:solidFill>
              </a:rPr>
              <a:t>5. Review the workout summary on the Day Detail screen.</a:t>
            </a:r>
          </a:p>
          <a:p>
            <a:r>
              <a:rPr sz="1800" b="0">
                <a:solidFill>
                  <a:srgbClr val="222222"/>
                </a:solidFill>
              </a:rPr>
              <a:t>6. Start the workout and continue through the workout player flow.</a:t>
            </a:r>
          </a:p>
          <a:p>
            <a:r>
              <a:rPr sz="1800" b="0">
                <a:solidFill>
                  <a:srgbClr val="222222"/>
                </a:solidFill>
              </a:rPr>
              <a:t>7. Return to previous screens with the Back key.</a:t>
            </a:r>
          </a:p>
          <a:p>
            <a:r>
              <a:rPr sz="1800" b="0">
                <a:solidFill>
                  <a:srgbClr val="222222"/>
                </a:solidFill>
              </a:rPr>
              <a:t>8. Exit application from home screen with confirmation dialog.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sign-in, activation, or purchase is required in the current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Use Case Title: Browse and start a workout session</a:t>
            </a:r>
            <a:endParaRPr sz="24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Path: Home -&gt; Classic -&gt; Plan Calendar -&gt; Day Detail -&gt; Workout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>
                <a:solidFill>
                  <a:srgbClr val="222222"/>
                </a:solidFill>
              </a:rPr>
              <a:t>- Users can also browse workouts from Library.</a:t>
            </a:r>
          </a:p>
          <a:p>
            <a:r>
              <a:rPr sz="1800" b="0">
                <a:solidFill>
                  <a:srgbClr val="222222"/>
                </a:solidFill>
              </a:rPr>
              <a:t>- The TV remote is used for directional focus navigation.</a:t>
            </a:r>
          </a:p>
          <a:p>
            <a:r>
              <a:rPr sz="1800" b="0">
                <a:solidFill>
                  <a:srgbClr val="222222"/>
                </a:solidFill>
              </a:rPr>
              <a:t>- The completion summary appears after the guided workout flow.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D847D0A2-AE42-F3AF-B029-CFE04EAC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 descr="10-usage-scenario-collage.jpg">
            <a:extLst>
              <a:ext uri="{FF2B5EF4-FFF2-40B4-BE49-F238E27FC236}">
                <a16:creationId xmlns:a16="http://schemas.microsoft.com/office/drawing/2014/main" id="{EBF52256-B6D2-208B-216B-1E2F053B8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0" y="1641224"/>
            <a:ext cx="6873159" cy="392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43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Home: weekly activity, resume card, and recommended workouts.</a:t>
            </a:r>
          </a:p>
          <a:p>
            <a:r>
              <a:rPr sz="1800" b="0">
                <a:solidFill>
                  <a:srgbClr val="222222"/>
                </a:solidFill>
              </a:rPr>
              <a:t>Library: body-part filter chips and workout cards.</a:t>
            </a:r>
          </a:p>
          <a:p>
            <a:r>
              <a:rPr sz="1800" b="0">
                <a:solidFill>
                  <a:srgbClr val="222222"/>
                </a:solidFill>
              </a:rPr>
              <a:t>Classic Programs: structured plan cards for long-form training.</a:t>
            </a:r>
          </a:p>
          <a:p>
            <a:r>
              <a:rPr sz="1800" b="0">
                <a:solidFill>
                  <a:srgbClr val="222222"/>
                </a:solidFill>
              </a:rPr>
              <a:t>Plan Calendar: day selection for a multi-day workout plan.</a:t>
            </a:r>
          </a:p>
          <a:p>
            <a:r>
              <a:rPr sz="1800" b="0">
                <a:solidFill>
                  <a:srgbClr val="222222"/>
                </a:solidFill>
              </a:rPr>
              <a:t>History: previous completed sessions.</a:t>
            </a:r>
          </a:p>
          <a:p>
            <a:r>
              <a:rPr sz="1800" b="0">
                <a:solidFill>
                  <a:srgbClr val="222222"/>
                </a:solidFill>
              </a:rPr>
              <a:t>Exit Confirmation: exit dialog displayed when pressing back on home screen.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Only currently implemented screens and functions are described in this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BA3EEBF5-3F1D-AB95-E223-C04CD1BC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94" descr="11-menu-function-collage.jpg">
            <a:extLst>
              <a:ext uri="{FF2B5EF4-FFF2-40B4-BE49-F238E27FC236}">
                <a16:creationId xmlns:a16="http://schemas.microsoft.com/office/drawing/2014/main" id="{54B18D72-8CB6-B46B-0003-ED721F56C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62366"/>
            <a:ext cx="806489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71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Standard Samsung TV navigation behavior is used in the current release.</a:t>
            </a:r>
            <a:endParaRPr sz="22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The app focuses on directional focus movement and Back key behavior.</a:t>
            </a:r>
          </a:p>
          <a:p>
            <a:r>
              <a:rPr sz="1800" b="0">
                <a:solidFill>
                  <a:srgbClr val="222222"/>
                </a:solidFill>
              </a:rPr>
              <a:t>Updated return key policy now includes exit confirmation on home screen.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7920875" cy="3540495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Stops at the screen edge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Stops at the screen edge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BACK / RETURN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previous screen or show exit confirmation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Exit dialog on home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Control timer-based workout flow when applicable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Current workout flow only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Samsung TV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CHANNEL / NUMBER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FAST FORWARD / REWIND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Additional Notes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14400" y="1645920"/>
            <a:ext cx="6858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222222"/>
                </a:solidFill>
              </a:rPr>
              <a:t>Language support</a:t>
            </a:r>
          </a:p>
          <a:p>
            <a:r>
              <a:rPr sz="1800" b="0" dirty="0">
                <a:solidFill>
                  <a:srgbClr val="222222"/>
                </a:solidFill>
              </a:rPr>
              <a:t>This version supports English only. No in-app language change menu is provided.</a:t>
            </a:r>
          </a:p>
          <a:p>
            <a:endParaRPr sz="1800" b="0" dirty="0">
              <a:solidFill>
                <a:srgbClr val="222222"/>
              </a:solidFill>
            </a:endParaRPr>
          </a:p>
          <a:p>
            <a:r>
              <a:rPr sz="1800" b="0" dirty="0">
                <a:solidFill>
                  <a:srgbClr val="222222"/>
                </a:solidFill>
              </a:rPr>
              <a:t>Seller / Support</a:t>
            </a:r>
          </a:p>
          <a:p>
            <a:r>
              <a:rPr sz="1800" b="0" dirty="0">
                <a:solidFill>
                  <a:srgbClr val="222222"/>
                </a:solidFill>
              </a:rPr>
              <a:t>Seller: MATICONE LTD</a:t>
            </a:r>
          </a:p>
          <a:p>
            <a:r>
              <a:rPr sz="1800" b="0" dirty="0">
                <a:solidFill>
                  <a:srgbClr val="222222"/>
                </a:solidFill>
              </a:rPr>
              <a:t>Support E-mail: bd@maticone.com</a:t>
            </a:r>
          </a:p>
          <a:p>
            <a:r>
              <a:rPr sz="1800" b="0" dirty="0">
                <a:solidFill>
                  <a:srgbClr val="222222"/>
                </a:solidFill>
              </a:rPr>
              <a:t>Support URL: https://www.maticone.net/</a:t>
            </a:r>
          </a:p>
          <a:p>
            <a:r>
              <a:rPr sz="1800" b="0">
                <a:solidFill>
                  <a:srgbClr val="222222"/>
                </a:solidFill>
              </a:rPr>
              <a:t>Seller Address: Suite 3366, 5 Brayford Square, London, England E1 0SG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 dirty="0">
                <a:solidFill>
                  <a:srgbClr val="222222"/>
                </a:solidFill>
              </a:rPr>
              <a:t>Additional notes</a:t>
            </a:r>
          </a:p>
          <a:p>
            <a:r>
              <a:rPr sz="1800" b="0" dirty="0">
                <a:solidFill>
                  <a:srgbClr val="222222"/>
                </a:solidFill>
              </a:rPr>
              <a:t>This app is a Samsung TV web application package (.</a:t>
            </a:r>
            <a:r>
              <a:rPr sz="1800" b="0" dirty="0" err="1">
                <a:solidFill>
                  <a:srgbClr val="222222"/>
                </a:solidFill>
              </a:rPr>
              <a:t>wgt</a:t>
            </a:r>
            <a:r>
              <a:rPr sz="1800" b="0" dirty="0">
                <a:solidFill>
                  <a:srgbClr val="222222"/>
                </a:solidFill>
              </a:rPr>
              <a:t>).</a:t>
            </a:r>
          </a:p>
          <a:p>
            <a:r>
              <a:rPr sz="1800" b="0" dirty="0">
                <a:solidFill>
                  <a:srgbClr val="222222"/>
                </a:solidFill>
              </a:rPr>
              <a:t>The current release focuses on workout browsing, plan selection, and guided remote-based workout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Microsoft Office PowerPoint</Application>
  <PresentationFormat>全屏显示(4:3)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Constantia</vt:lpstr>
      <vt:lpstr>Calibri</vt:lpstr>
      <vt:lpstr>Noto Sans Symbols</vt:lpstr>
      <vt:lpstr>Arial</vt:lpstr>
      <vt:lpstr>흐름</vt:lpstr>
      <vt:lpstr>흐름</vt:lpstr>
      <vt:lpstr>FitPulse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PowerPoint 演示文稿</vt:lpstr>
      <vt:lpstr>Menu &amp; Function Description</vt:lpstr>
      <vt:lpstr>PowerPoint 演示文稿</vt:lpstr>
      <vt:lpstr>Key Policy</vt:lpstr>
      <vt:lpstr>Additional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2</cp:revision>
  <dcterms:modified xsi:type="dcterms:W3CDTF">2026-03-25T07:36:58Z</dcterms:modified>
</cp:coreProperties>
</file>